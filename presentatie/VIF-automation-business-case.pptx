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spPr>
            <a:solidFill>
              <a:srgbClr val="FF7D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C1C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Manual</c:v>
                  </c:pt>
                  <c:pt idx="1">
                    <c:v>Automated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170</c:v>
                </c:pt>
                <c:pt idx="1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C1C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1C1C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1371600"/>
            <a:ext cx="54864" cy="4023360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371600"/>
            <a:ext cx="502920" cy="54864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5340096"/>
            <a:ext cx="502920" cy="54864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5" name="Shape 3"/>
          <p:cNvSpPr/>
          <p:nvPr/>
        </p:nvSpPr>
        <p:spPr>
          <a:xfrm>
            <a:off x="11466576" y="1371600"/>
            <a:ext cx="54864" cy="4023360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6" name="Shape 4"/>
          <p:cNvSpPr/>
          <p:nvPr/>
        </p:nvSpPr>
        <p:spPr>
          <a:xfrm>
            <a:off x="11018520" y="1371600"/>
            <a:ext cx="502920" cy="54864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7" name="Shape 5"/>
          <p:cNvSpPr/>
          <p:nvPr/>
        </p:nvSpPr>
        <p:spPr>
          <a:xfrm>
            <a:off x="11018520" y="5340096"/>
            <a:ext cx="502920" cy="54864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0" y="4114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ENGINEER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869680" y="4709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spc="200" kern="0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FUTURE TECHFORCE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300" kern="0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TECQGROEP · MAINTEC &amp; TECFORCE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VIF automation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594360" y="3063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vacancy intake to live campaign — fully automatic.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94360" y="37947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C9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upload by sales. The brain writes, visualises, records and stages the campaign. Marketing approves with one click — and the vacancy is live.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9436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A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for the board ·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300" kern="0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SITUATION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1000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manual work, waiting time and error-prone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6126480" cy="914400"/>
          </a:xfrm>
          <a:prstGeom prst="rect">
            <a:avLst/>
          </a:prstGeom>
          <a:solidFill>
            <a:srgbClr val="F4F3F1"/>
          </a:solidFill>
          <a:ln w="9525">
            <a:solidFill>
              <a:srgbClr val="DEDC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920240"/>
            <a:ext cx="73152" cy="914400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3911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process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35915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-&gt; recruiter -&gt; marketing, with handovers and waiting time at every step.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971800"/>
            <a:ext cx="6126480" cy="914400"/>
          </a:xfrm>
          <a:prstGeom prst="rect">
            <a:avLst/>
          </a:prstGeom>
          <a:solidFill>
            <a:srgbClr val="F4F3F1"/>
          </a:solidFill>
          <a:ln w="9525">
            <a:solidFill>
              <a:srgbClr val="DEDC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971800"/>
            <a:ext cx="73152" cy="914400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09067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lot of manual typing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41071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 text, SEO, image, Tigris entry and the Meta campaign - all by hand.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023360"/>
            <a:ext cx="6126480" cy="914400"/>
          </a:xfrm>
          <a:prstGeom prst="rect">
            <a:avLst/>
          </a:prstGeom>
          <a:solidFill>
            <a:srgbClr val="F4F3F1"/>
          </a:solidFill>
          <a:ln w="9525">
            <a:solidFill>
              <a:srgbClr val="DEDC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4023360"/>
            <a:ext cx="73152" cy="914400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422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turnaround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46227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vacancy only goes live after days; meanwhile the market moves 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5074920"/>
            <a:ext cx="6126480" cy="914400"/>
          </a:xfrm>
          <a:prstGeom prst="rect">
            <a:avLst/>
          </a:prstGeom>
          <a:solidFill>
            <a:srgbClr val="F4F3F1"/>
          </a:solidFill>
          <a:ln w="9525">
            <a:solidFill>
              <a:srgbClr val="DEDC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5074920"/>
            <a:ext cx="73152" cy="914400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19379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quality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551383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SEO and branding depend on whoever happens to pick it up.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15200" y="20116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000" dirty="0">
                <a:solidFill>
                  <a:srgbClr val="FF7D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 2.8 hrs</a:t>
            </a:r>
            <a:endParaRPr lang="en-US" sz="5000" dirty="0"/>
          </a:p>
        </p:txBody>
      </p:sp>
      <p:sp>
        <p:nvSpPr>
          <p:cNvPr id="21" name="Text 19"/>
          <p:cNvSpPr/>
          <p:nvPr/>
        </p:nvSpPr>
        <p:spPr>
          <a:xfrm>
            <a:off x="7315200" y="2926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work per vacancy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0" y="3291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· SEO · image · entry · campaign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0" y="41148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000" dirty="0">
                <a:solidFill>
                  <a:srgbClr val="FF7D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days</a:t>
            </a:r>
            <a:endParaRPr lang="en-US" sz="5000" dirty="0"/>
          </a:p>
        </p:txBody>
      </p:sp>
      <p:sp>
        <p:nvSpPr>
          <p:cNvPr id="24" name="Text 22"/>
          <p:cNvSpPr/>
          <p:nvPr/>
        </p:nvSpPr>
        <p:spPr>
          <a:xfrm>
            <a:off x="7315200" y="5029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turnaround to live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0" y="5394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of delay = missed candidates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300" kern="0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1000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upload - the rest happens automatically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468880"/>
            <a:ext cx="2542032" cy="2194560"/>
          </a:xfrm>
          <a:prstGeom prst="rect">
            <a:avLst/>
          </a:prstGeom>
          <a:solidFill>
            <a:srgbClr val="1F222A"/>
          </a:solidFill>
          <a:ln w="12700">
            <a:solidFill>
              <a:srgbClr val="2E32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743200"/>
            <a:ext cx="640080" cy="640080"/>
          </a:xfrm>
          <a:prstGeom prst="ellipse">
            <a:avLst/>
          </a:prstGeom>
          <a:solidFill>
            <a:srgbClr val="FF7D2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1618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4023360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B9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posts the VIF at maintec.nl/vif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18104" y="32918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29000" y="2468880"/>
            <a:ext cx="2542032" cy="2194560"/>
          </a:xfrm>
          <a:prstGeom prst="rect">
            <a:avLst/>
          </a:prstGeom>
          <a:solidFill>
            <a:srgbClr val="1F222A"/>
          </a:solidFill>
          <a:ln w="12700">
            <a:solidFill>
              <a:srgbClr val="2E32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2743200"/>
            <a:ext cx="640080" cy="640080"/>
          </a:xfrm>
          <a:prstGeom prst="ellipse">
            <a:avLst/>
          </a:prstGeom>
          <a:solidFill>
            <a:srgbClr val="FF7D2F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1618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03320" y="36118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03320" y="4023360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B9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image, Tigris &amp; Meta campaign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52744" y="32918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63640" y="2468880"/>
            <a:ext cx="2542032" cy="2194560"/>
          </a:xfrm>
          <a:prstGeom prst="rect">
            <a:avLst/>
          </a:prstGeom>
          <a:solidFill>
            <a:srgbClr val="1F222A"/>
          </a:solidFill>
          <a:ln w="12700">
            <a:solidFill>
              <a:srgbClr val="2E32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2743200"/>
            <a:ext cx="640080" cy="640080"/>
          </a:xfrm>
          <a:prstGeom prst="ellipse">
            <a:avLst/>
          </a:prstGeom>
          <a:solidFill>
            <a:srgbClr val="FF7D2F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1618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37960" y="36118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023360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B9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approves with one click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87384" y="32918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98280" y="2468880"/>
            <a:ext cx="2542032" cy="2194560"/>
          </a:xfrm>
          <a:prstGeom prst="rect">
            <a:avLst/>
          </a:prstGeom>
          <a:solidFill>
            <a:srgbClr val="1F222A"/>
          </a:solidFill>
          <a:ln w="12700">
            <a:solidFill>
              <a:srgbClr val="2E32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72600" y="2743200"/>
            <a:ext cx="640080" cy="640080"/>
          </a:xfrm>
          <a:prstGeom prst="ellipse">
            <a:avLst/>
          </a:prstGeom>
          <a:solidFill>
            <a:srgbClr val="FF7D2F"/>
          </a:solidFill>
          <a:ln/>
        </p:spPr>
      </p:sp>
      <p:sp>
        <p:nvSpPr>
          <p:cNvPr id="24" name="Text 22"/>
          <p:cNvSpPr/>
          <p:nvPr/>
        </p:nvSpPr>
        <p:spPr>
          <a:xfrm>
            <a:off x="937260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1618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372600" y="36118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72600" y="4023360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B9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 + lead campaign online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9436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i="1" dirty="0">
                <a:solidFill>
                  <a:srgbClr val="C9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recruiter spends their time on candidates again - not on data entry.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300" kern="0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1000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the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11046" y="2423160"/>
            <a:ext cx="9166860" cy="0"/>
          </a:xfrm>
          <a:prstGeom prst="line">
            <a:avLst/>
          </a:prstGeom>
          <a:noFill/>
          <a:ln w="25400">
            <a:solidFill>
              <a:srgbClr val="DEDC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6998" y="2039112"/>
            <a:ext cx="768096" cy="768096"/>
          </a:xfrm>
          <a:prstGeom prst="ellipse">
            <a:avLst/>
          </a:prstGeom>
          <a:solidFill>
            <a:srgbClr val="FF7D2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6998" y="20391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1650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VIF upload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3429000"/>
            <a:ext cx="16139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uploads the Word/PDF intake form.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60370" y="2039112"/>
            <a:ext cx="768096" cy="768096"/>
          </a:xfrm>
          <a:prstGeom prst="ellipse">
            <a:avLst/>
          </a:prstGeom>
          <a:solidFill>
            <a:srgbClr val="FF7D2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60370" y="20391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19172" y="3063240"/>
            <a:ext cx="1650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 San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37460" y="3429000"/>
            <a:ext cx="16139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brain reads, validates and writes.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93742" y="2039112"/>
            <a:ext cx="768096" cy="768096"/>
          </a:xfrm>
          <a:prstGeom prst="ellipse">
            <a:avLst/>
          </a:prstGeom>
          <a:solidFill>
            <a:srgbClr val="FF7D2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3742" y="20391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52544" y="3063240"/>
            <a:ext cx="1650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70832" y="3429000"/>
            <a:ext cx="16139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On-brand appealing image, automatically.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627114" y="2039112"/>
            <a:ext cx="768096" cy="768096"/>
          </a:xfrm>
          <a:prstGeom prst="ellipse">
            <a:avLst/>
          </a:prstGeom>
          <a:solidFill>
            <a:srgbClr val="FF7D2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7114" y="20391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85916" y="3063240"/>
            <a:ext cx="1650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Tigris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04204" y="3429000"/>
            <a:ext cx="16139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vacancy record in Salesforce.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460486" y="2039112"/>
            <a:ext cx="768096" cy="768096"/>
          </a:xfrm>
          <a:prstGeom prst="ellipse">
            <a:avLst/>
          </a:prstGeom>
          <a:solidFill>
            <a:srgbClr val="FF7D2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60486" y="20391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019288" y="3063240"/>
            <a:ext cx="1650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campaign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37576" y="3429000"/>
            <a:ext cx="16139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campaign with form staged.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293858" y="2039112"/>
            <a:ext cx="768096" cy="768096"/>
          </a:xfrm>
          <a:prstGeom prst="ellipse">
            <a:avLst/>
          </a:prstGeom>
          <a:solidFill>
            <a:srgbClr val="FF7D2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93858" y="20391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852660" y="3063240"/>
            <a:ext cx="1650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+ tracking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70948" y="3429000"/>
            <a:ext cx="16139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after approval, leads traceable.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" y="5120640"/>
            <a:ext cx="11000232" cy="1005840"/>
          </a:xfrm>
          <a:prstGeom prst="rect">
            <a:avLst/>
          </a:prstGeom>
          <a:solidFill>
            <a:srgbClr val="F4F3F1"/>
          </a:solidFill>
          <a:ln w="9525">
            <a:solidFill>
              <a:srgbClr val="DEDC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68680" y="534924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 </a:t>
            </a:r>
            <a:r>
              <a:rPr lang="en-US" sz="14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 San is the </a:t>
            </a:r>
            <a:r>
              <a:rPr lang="en-US" sz="1400" b="1" dirty="0">
                <a:solidFill>
                  <a:srgbClr val="FF7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r>
              <a:rPr lang="en-US" sz="14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(validating, writing, optimising); the automation are the </a:t>
            </a:r>
            <a:r>
              <a:rPr lang="en-US" sz="1400" b="1" dirty="0">
                <a:solidFill>
                  <a:srgbClr val="FF7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</a:t>
            </a:r>
            <a:r>
              <a:rPr lang="en-US" sz="14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(image, Tigris, Meta, mail). One approval remains as the human check.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300" kern="0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1000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of collaborating AI specialists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267004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965960"/>
            <a:ext cx="2670048" cy="82296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222199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&amp; validation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95528" y="271576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VIF and checks completeness.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3502152" y="1965960"/>
            <a:ext cx="267004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02152" y="1965960"/>
            <a:ext cx="2670048" cy="82296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222199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/ privacy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703320" y="271576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personal data out of public text.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409944" y="1965960"/>
            <a:ext cx="267004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9944" y="1965960"/>
            <a:ext cx="2670048" cy="82296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14" name="Text 12"/>
          <p:cNvSpPr/>
          <p:nvPr/>
        </p:nvSpPr>
        <p:spPr>
          <a:xfrm>
            <a:off x="6611112" y="222199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Copywriter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1112" y="271576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appealing, on-brand vacancy text.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9317736" y="1965960"/>
            <a:ext cx="267004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17736" y="1965960"/>
            <a:ext cx="2670048" cy="82296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18" name="Text 16"/>
          <p:cNvSpPr/>
          <p:nvPr/>
        </p:nvSpPr>
        <p:spPr>
          <a:xfrm>
            <a:off x="9518904" y="222199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specialist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518904" y="271576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Keywords, meta titles and findability.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594360" y="3657600"/>
            <a:ext cx="267004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657600"/>
            <a:ext cx="2670048" cy="82296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391363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 / LLM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95528" y="440740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Optimises for AI search engines + FAQ.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3502152" y="3657600"/>
            <a:ext cx="267004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02152" y="3657600"/>
            <a:ext cx="2670048" cy="82296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26" name="Text 24"/>
          <p:cNvSpPr/>
          <p:nvPr/>
        </p:nvSpPr>
        <p:spPr>
          <a:xfrm>
            <a:off x="3703320" y="391363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guardian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703320" y="440740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branding, tone and compliance.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6409944" y="3657600"/>
            <a:ext cx="267004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9944" y="3657600"/>
            <a:ext cx="2670048" cy="82296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30" name="Text 28"/>
          <p:cNvSpPr/>
          <p:nvPr/>
        </p:nvSpPr>
        <p:spPr>
          <a:xfrm>
            <a:off x="6611112" y="391363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strategist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611112" y="440740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audience and ad variants.</a:t>
            </a:r>
            <a:endParaRPr lang="en-US" sz="1180" dirty="0"/>
          </a:p>
        </p:txBody>
      </p:sp>
      <p:sp>
        <p:nvSpPr>
          <p:cNvPr id="32" name="Shape 30"/>
          <p:cNvSpPr/>
          <p:nvPr/>
        </p:nvSpPr>
        <p:spPr>
          <a:xfrm>
            <a:off x="9317736" y="3657600"/>
            <a:ext cx="267004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317736" y="3657600"/>
            <a:ext cx="2670048" cy="82296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34" name="Text 32"/>
          <p:cNvSpPr/>
          <p:nvPr/>
        </p:nvSpPr>
        <p:spPr>
          <a:xfrm>
            <a:off x="9518904" y="391363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 package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9518904" y="440740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everything into one executable brief.</a:t>
            </a:r>
            <a:endParaRPr lang="en-US" sz="11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300" kern="0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1000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tooling delivers per vacancy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3949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84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vacancy text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487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- catchy opening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7614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you do? - clear tasks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0358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expect from you? - requirements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3101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you expect from us? - conditions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5844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will you work? - team &amp; Maintec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920240"/>
            <a:ext cx="5394960" cy="2011680"/>
          </a:xfrm>
          <a:prstGeom prst="rect">
            <a:avLst/>
          </a:prstGeom>
          <a:solidFill>
            <a:srgbClr val="16181D"/>
          </a:solidFill>
          <a:ln w="9525">
            <a:solidFill>
              <a:srgbClr val="DEDC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084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On-brand appealing image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12280" y="2606040"/>
            <a:ext cx="41148" cy="960120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14" name="Shape 12"/>
          <p:cNvSpPr/>
          <p:nvPr/>
        </p:nvSpPr>
        <p:spPr>
          <a:xfrm>
            <a:off x="6812280" y="2606040"/>
            <a:ext cx="411480" cy="41148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15" name="Shape 13"/>
          <p:cNvSpPr/>
          <p:nvPr/>
        </p:nvSpPr>
        <p:spPr>
          <a:xfrm>
            <a:off x="6812280" y="3525012"/>
            <a:ext cx="411480" cy="41148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68812" y="2606040"/>
            <a:ext cx="41148" cy="960120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98480" y="2606040"/>
            <a:ext cx="411480" cy="41148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698480" y="3525012"/>
            <a:ext cx="411480" cy="41148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2834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ELECTRICAL SERVICE ENGINEER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12280" y="35844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spc="200" kern="0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FUTURE TECHFORCE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4160520"/>
            <a:ext cx="5394960" cy="1828800"/>
          </a:xfrm>
          <a:prstGeom prst="rect">
            <a:avLst/>
          </a:prstGeom>
          <a:solidFill>
            <a:srgbClr val="F4F3F1"/>
          </a:solidFill>
          <a:ln w="9525">
            <a:solidFill>
              <a:srgbClr val="DEDC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43251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Tigris record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4727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title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4727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Service Eng.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5029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5029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€ 2,700 - € 3,300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5330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/ province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5330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Barendrecht · South Holland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56327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experience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91840" y="56327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· Mid-level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4160520"/>
            <a:ext cx="5394960" cy="1828800"/>
          </a:xfrm>
          <a:prstGeom prst="rect">
            <a:avLst/>
          </a:prstGeom>
          <a:solidFill>
            <a:srgbClr val="F4F3F1"/>
          </a:solidFill>
          <a:ln w="9525">
            <a:solidFill>
              <a:srgbClr val="DEDC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92240" y="43251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lead campaign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92240" y="47274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+ ad variants (PAUSED)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92240" y="50200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Form for direct application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92240" y="53126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Id tracking: lead &lt;-&gt; vacancy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92240" y="56052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only after your approval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300" kern="0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1000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prototype - this is already running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194560"/>
            <a:ext cx="457200" cy="457200"/>
          </a:xfrm>
          <a:prstGeom prst="ellipse">
            <a:avLst/>
          </a:prstGeom>
          <a:solidFill>
            <a:srgbClr val="FF7D2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21488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 San network connected (collaborating agents)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2194560"/>
            <a:ext cx="457200" cy="457200"/>
          </a:xfrm>
          <a:prstGeom prst="ellipse">
            <a:avLst/>
          </a:prstGeom>
          <a:solidFill>
            <a:srgbClr val="FF7D2F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03720" y="21488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 written live to Tigris / Salesforce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200400"/>
            <a:ext cx="457200" cy="457200"/>
          </a:xfrm>
          <a:prstGeom prst="ellipse">
            <a:avLst/>
          </a:prstGeom>
          <a:solidFill>
            <a:srgbClr val="FF7D2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3154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 + Maintec branding overlay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63640" y="3200400"/>
            <a:ext cx="457200" cy="457200"/>
          </a:xfrm>
          <a:prstGeom prst="ellipse">
            <a:avLst/>
          </a:prstGeom>
          <a:solidFill>
            <a:srgbClr val="FF7D2F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03720" y="3154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lead campaign working (TOS block solved)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94360" y="4206240"/>
            <a:ext cx="457200" cy="457200"/>
          </a:xfrm>
          <a:prstGeom prst="ellipse">
            <a:avLst/>
          </a:prstGeom>
          <a:solidFill>
            <a:srgbClr val="FF7D2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160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mail with one-click publication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63640" y="4206240"/>
            <a:ext cx="457200" cy="457200"/>
          </a:xfrm>
          <a:prstGeom prst="ellipse">
            <a:avLst/>
          </a:prstGeom>
          <a:solidFill>
            <a:srgbClr val="FF7D2F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03720" y="4160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chain tested end-to-end on Render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9436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B9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remains: further development (recruiter sourcing, own photo library, direct website integration).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300" kern="0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1000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670048" cy="1371600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7452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€ 71,000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FF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year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02152" y="1691640"/>
            <a:ext cx="2670048" cy="1371600"/>
          </a:xfrm>
          <a:prstGeom prst="rect">
            <a:avLst/>
          </a:prstGeom>
          <a:solidFill>
            <a:srgbClr val="F4F3F1"/>
          </a:solidFill>
          <a:ln/>
        </p:spPr>
      </p:sp>
      <p:sp>
        <p:nvSpPr>
          <p:cNvPr id="8" name="Text 6"/>
          <p:cNvSpPr/>
          <p:nvPr/>
        </p:nvSpPr>
        <p:spPr>
          <a:xfrm>
            <a:off x="3593592" y="187452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1C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€ 5,900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593592" y="251460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9944" y="1691640"/>
            <a:ext cx="2670048" cy="1371600"/>
          </a:xfrm>
          <a:prstGeom prst="rect">
            <a:avLst/>
          </a:prstGeom>
          <a:solidFill>
            <a:srgbClr val="F4F3F1"/>
          </a:solidFill>
          <a:ln/>
        </p:spPr>
      </p:sp>
      <p:sp>
        <p:nvSpPr>
          <p:cNvPr id="11" name="Text 9"/>
          <p:cNvSpPr/>
          <p:nvPr/>
        </p:nvSpPr>
        <p:spPr>
          <a:xfrm>
            <a:off x="6501384" y="187452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1C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110 hrs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501384" y="251460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 per month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17736" y="1691640"/>
            <a:ext cx="2670048" cy="1371600"/>
          </a:xfrm>
          <a:prstGeom prst="rect">
            <a:avLst/>
          </a:prstGeom>
          <a:solidFill>
            <a:srgbClr val="F4F3F1"/>
          </a:solidFill>
          <a:ln/>
        </p:spPr>
      </p:sp>
      <p:sp>
        <p:nvSpPr>
          <p:cNvPr id="14" name="Text 12"/>
          <p:cNvSpPr/>
          <p:nvPr/>
        </p:nvSpPr>
        <p:spPr>
          <a:xfrm>
            <a:off x="9409176" y="187452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1C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 FTE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409176" y="251460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 up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383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per vacancy</a:t>
            </a:r>
            <a:endParaRPr lang="en-US" sz="15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94360" y="3749040"/>
          <a:ext cx="5760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858000" y="3749040"/>
            <a:ext cx="4736592" cy="2651760"/>
          </a:xfrm>
          <a:prstGeom prst="rect">
            <a:avLst/>
          </a:prstGeom>
          <a:solidFill>
            <a:srgbClr val="F4F3F1"/>
          </a:solidFill>
          <a:ln w="9525">
            <a:solidFill>
              <a:srgbClr val="DEDC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132320" y="3931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adds up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132320" y="4343400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 min manual work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132320" y="4617720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45 · SEO 15 · image 30 · entry 20 · campaign 40 · coordination 20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132320" y="4983480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becomes ~5 min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132320" y="5257800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reviewing and approving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132320" y="5623560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€ 149 net saved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132320" y="5897880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vacancy, after API and review costs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94360" y="6446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40 vacancies/month (Maintec + Tecforce) · € 55/hr all-in. Adjust in the interactive calculator.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300" kern="0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LABOUR SAVINGS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1000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upside goes beyond hours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53949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965960"/>
            <a:ext cx="82296" cy="1463040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time-to-fill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86968" y="26243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 live same day -&gt; placement sooner -&gt; margin sooner.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53949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965960"/>
            <a:ext cx="82296" cy="1463040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10" name="Text 8"/>
          <p:cNvSpPr/>
          <p:nvPr/>
        </p:nvSpPr>
        <p:spPr>
          <a:xfrm>
            <a:off x="6556248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findability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56248" y="26243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SEO/GEO -&gt; more organic traffic, less budget-dependent.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657600"/>
            <a:ext cx="53949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3657600"/>
            <a:ext cx="82296" cy="1463040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" y="3886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tracking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86968" y="431596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Meta lead traceable to the vacancy via App Id - steer better.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3657600"/>
            <a:ext cx="53949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C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3657600"/>
            <a:ext cx="82296" cy="1463040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18" name="Text 16"/>
          <p:cNvSpPr/>
          <p:nvPr/>
        </p:nvSpPr>
        <p:spPr>
          <a:xfrm>
            <a:off x="6556248" y="3886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without headcount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56248" y="431596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 volume peaks; recruiters focus on candidates.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5440680"/>
            <a:ext cx="11000232" cy="777240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44068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extra placement per month from faster turnaround already outweighs the entire labour saving.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1280160"/>
            <a:ext cx="45720" cy="2103120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1280160"/>
            <a:ext cx="457200" cy="45720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3337560"/>
            <a:ext cx="457200" cy="45720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5" name="Shape 3"/>
          <p:cNvSpPr/>
          <p:nvPr/>
        </p:nvSpPr>
        <p:spPr>
          <a:xfrm>
            <a:off x="11567160" y="1280160"/>
            <a:ext cx="45720" cy="2103120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6" name="Shape 4"/>
          <p:cNvSpPr/>
          <p:nvPr/>
        </p:nvSpPr>
        <p:spPr>
          <a:xfrm>
            <a:off x="11155680" y="1280160"/>
            <a:ext cx="457200" cy="45720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0" y="3337560"/>
            <a:ext cx="457200" cy="45720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0" y="2057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TECQ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9436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300" kern="0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600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Push on - and scale up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594360" y="2788920"/>
            <a:ext cx="82296" cy="777240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88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costs negligible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68680" y="3154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B9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€ 2-3 per vacancy in AI + ~ € 25/month hosting.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749040"/>
            <a:ext cx="82296" cy="777240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749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saving is already structural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686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B9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€ 71k/year and ~0.8 FTE, from day one.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4709160"/>
            <a:ext cx="82296" cy="777240"/>
          </a:xfrm>
          <a:prstGeom prst="rect">
            <a:avLst/>
          </a:prstGeom>
          <a:solidFill>
            <a:srgbClr val="FF7D2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709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68680" y="5074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B9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recruiter sourcing · own photo library · direct website publishing · roll out across Maintec and Tecforce.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6080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i="1" dirty="0">
                <a:solidFill>
                  <a:srgbClr val="FF7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Future Techforce.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VIF automation — business case</dc:title>
  <dc:subject>PptxGenJS Presentation</dc:subject>
  <dc:creator>TecqGroep</dc:creator>
  <cp:lastModifiedBy>TecqGroep</cp:lastModifiedBy>
  <cp:revision>1</cp:revision>
  <dcterms:created xsi:type="dcterms:W3CDTF">2026-08-11T20:44:56Z</dcterms:created>
  <dcterms:modified xsi:type="dcterms:W3CDTF">2026-08-11T20:44:56Z</dcterms:modified>
</cp:coreProperties>
</file>